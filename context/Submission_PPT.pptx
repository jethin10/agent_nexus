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</p:sldIdLst>
  <p:sldSz cx="9144000" cy="5143500" type="screen16x9"/>
  <p:notesSz cx="5143500" cy="9144000"/>
  <p:embeddedFontLst>
    <p:embeddedFont>
      <p:font typeface="Bookman Old Style" panose="02050604050505020204" pitchFamily="18" charset="0"/>
      <p:regular r:id="rId10"/>
      <p:bold r:id="rId11"/>
      <p:italic r:id="rId12"/>
      <p:boldItalic r:id="rId13"/>
    </p:embeddedFont>
    <p:embeddedFont>
      <p:font typeface="Quattrocento Sans" panose="020B0502050000020003" pitchFamily="3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hxxCXUHG0HcC6mU+Ic7EHinP+N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" name="Google Shape;57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" name="Google Shape;157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7" name="Google Shape;207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>
          <a:extLst>
            <a:ext uri="{FF2B5EF4-FFF2-40B4-BE49-F238E27FC236}">
              <a16:creationId xmlns:a16="http://schemas.microsoft.com/office/drawing/2014/main" id="{1CF1877A-6350-3334-5050-58E3B7A36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5:notes">
            <a:extLst>
              <a:ext uri="{FF2B5EF4-FFF2-40B4-BE49-F238E27FC236}">
                <a16:creationId xmlns:a16="http://schemas.microsoft.com/office/drawing/2014/main" id="{860C0447-2E29-AD3C-44C9-A6D9BE6997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7" name="Google Shape;207;p5:notes">
            <a:extLst>
              <a:ext uri="{FF2B5EF4-FFF2-40B4-BE49-F238E27FC236}">
                <a16:creationId xmlns:a16="http://schemas.microsoft.com/office/drawing/2014/main" id="{CB647D3D-85E7-B0A9-55C2-9AC03C82AA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:notes">
            <a:extLst>
              <a:ext uri="{FF2B5EF4-FFF2-40B4-BE49-F238E27FC236}">
                <a16:creationId xmlns:a16="http://schemas.microsoft.com/office/drawing/2014/main" id="{E18D51B1-4338-B86E-B78F-4FCB35E79F1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044866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7" name="Google Shape;257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1.png"/><Relationship Id="rId21" Type="http://schemas.openxmlformats.org/officeDocument/2006/relationships/image" Target="../media/image10.png"/><Relationship Id="rId7" Type="http://schemas.openxmlformats.org/officeDocument/2006/relationships/image" Target="../media/image5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7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3.png"/><Relationship Id="rId15" Type="http://schemas.openxmlformats.org/officeDocument/2006/relationships/image" Target="../media/image16.png"/><Relationship Id="rId10" Type="http://schemas.openxmlformats.org/officeDocument/2006/relationships/image" Target="../media/image8.png"/><Relationship Id="rId19" Type="http://schemas.openxmlformats.org/officeDocument/2006/relationships/image" Target="../media/image20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1.png"/><Relationship Id="rId21" Type="http://schemas.openxmlformats.org/officeDocument/2006/relationships/image" Target="../media/image10.png"/><Relationship Id="rId7" Type="http://schemas.openxmlformats.org/officeDocument/2006/relationships/image" Target="../media/image5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7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3.png"/><Relationship Id="rId15" Type="http://schemas.openxmlformats.org/officeDocument/2006/relationships/image" Target="../media/image16.png"/><Relationship Id="rId10" Type="http://schemas.openxmlformats.org/officeDocument/2006/relationships/image" Target="../media/image8.png"/><Relationship Id="rId19" Type="http://schemas.openxmlformats.org/officeDocument/2006/relationships/image" Target="../media/image20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1.png"/><Relationship Id="rId21" Type="http://schemas.openxmlformats.org/officeDocument/2006/relationships/image" Target="../media/image10.png"/><Relationship Id="rId7" Type="http://schemas.openxmlformats.org/officeDocument/2006/relationships/image" Target="../media/image5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7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3.png"/><Relationship Id="rId15" Type="http://schemas.openxmlformats.org/officeDocument/2006/relationships/image" Target="../media/image16.png"/><Relationship Id="rId10" Type="http://schemas.openxmlformats.org/officeDocument/2006/relationships/image" Target="../media/image8.png"/><Relationship Id="rId19" Type="http://schemas.openxmlformats.org/officeDocument/2006/relationships/image" Target="../media/image20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1.png"/><Relationship Id="rId21" Type="http://schemas.openxmlformats.org/officeDocument/2006/relationships/image" Target="../media/image10.png"/><Relationship Id="rId7" Type="http://schemas.openxmlformats.org/officeDocument/2006/relationships/image" Target="../media/image5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7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3.png"/><Relationship Id="rId15" Type="http://schemas.openxmlformats.org/officeDocument/2006/relationships/image" Target="../media/image16.png"/><Relationship Id="rId10" Type="http://schemas.openxmlformats.org/officeDocument/2006/relationships/image" Target="../media/image8.png"/><Relationship Id="rId19" Type="http://schemas.openxmlformats.org/officeDocument/2006/relationships/image" Target="../media/image20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1.png"/><Relationship Id="rId21" Type="http://schemas.openxmlformats.org/officeDocument/2006/relationships/image" Target="../media/image10.png"/><Relationship Id="rId7" Type="http://schemas.openxmlformats.org/officeDocument/2006/relationships/image" Target="../media/image5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7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3.png"/><Relationship Id="rId15" Type="http://schemas.openxmlformats.org/officeDocument/2006/relationships/image" Target="../media/image16.png"/><Relationship Id="rId10" Type="http://schemas.openxmlformats.org/officeDocument/2006/relationships/image" Target="../media/image8.png"/><Relationship Id="rId19" Type="http://schemas.openxmlformats.org/officeDocument/2006/relationships/image" Target="../media/image20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1.png"/><Relationship Id="rId21" Type="http://schemas.openxmlformats.org/officeDocument/2006/relationships/image" Target="../media/image10.png"/><Relationship Id="rId7" Type="http://schemas.openxmlformats.org/officeDocument/2006/relationships/image" Target="../media/image5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7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3.png"/><Relationship Id="rId15" Type="http://schemas.openxmlformats.org/officeDocument/2006/relationships/image" Target="../media/image16.png"/><Relationship Id="rId10" Type="http://schemas.openxmlformats.org/officeDocument/2006/relationships/image" Target="../media/image8.png"/><Relationship Id="rId19" Type="http://schemas.openxmlformats.org/officeDocument/2006/relationships/image" Target="../media/image20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" name="Google Shape;14;p1"/>
          <p:cNvCxnSpPr/>
          <p:nvPr/>
        </p:nvCxnSpPr>
        <p:spPr>
          <a:xfrm>
            <a:off x="640035" y="853678"/>
            <a:ext cx="857250" cy="0"/>
          </a:xfrm>
          <a:prstGeom prst="straightConnector1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" name="Google Shape;15;p1"/>
          <p:cNvCxnSpPr/>
          <p:nvPr/>
        </p:nvCxnSpPr>
        <p:spPr>
          <a:xfrm>
            <a:off x="7646715" y="853678"/>
            <a:ext cx="857250" cy="0"/>
          </a:xfrm>
          <a:prstGeom prst="straightConnector1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6;p1"/>
          <p:cNvCxnSpPr/>
          <p:nvPr/>
        </p:nvCxnSpPr>
        <p:spPr>
          <a:xfrm>
            <a:off x="342900" y="1007269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7;p1"/>
          <p:cNvCxnSpPr/>
          <p:nvPr/>
        </p:nvCxnSpPr>
        <p:spPr>
          <a:xfrm>
            <a:off x="350044" y="1000125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18;p1"/>
          <p:cNvCxnSpPr/>
          <p:nvPr/>
        </p:nvCxnSpPr>
        <p:spPr>
          <a:xfrm>
            <a:off x="8372475" y="1007269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9;p1"/>
          <p:cNvCxnSpPr/>
          <p:nvPr/>
        </p:nvCxnSpPr>
        <p:spPr>
          <a:xfrm>
            <a:off x="8793956" y="1000125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" name="Google Shape;20;p1"/>
          <p:cNvCxnSpPr/>
          <p:nvPr/>
        </p:nvCxnSpPr>
        <p:spPr>
          <a:xfrm>
            <a:off x="342900" y="4864894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" name="Google Shape;21;p1"/>
          <p:cNvCxnSpPr/>
          <p:nvPr/>
        </p:nvCxnSpPr>
        <p:spPr>
          <a:xfrm>
            <a:off x="350044" y="4443413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1"/>
          <p:cNvCxnSpPr/>
          <p:nvPr/>
        </p:nvCxnSpPr>
        <p:spPr>
          <a:xfrm>
            <a:off x="8793956" y="4443413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1"/>
          <p:cNvCxnSpPr/>
          <p:nvPr/>
        </p:nvCxnSpPr>
        <p:spPr>
          <a:xfrm>
            <a:off x="8372475" y="4864894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4" name="Google Shape;24;p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4400" y="0"/>
            <a:ext cx="4286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1" descr="preencoded.png"/>
          <p:cNvPicPr preferRelativeResize="0"/>
          <p:nvPr/>
        </p:nvPicPr>
        <p:blipFill rotWithShape="1">
          <a:blip r:embed="rId5">
            <a:alphaModFix amt="50000"/>
          </a:blip>
          <a:srcRect/>
          <a:stretch/>
        </p:blipFill>
        <p:spPr>
          <a:xfrm>
            <a:off x="1280071" y="0"/>
            <a:ext cx="285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86738" y="0"/>
            <a:ext cx="4286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1" descr="preencoded.png"/>
          <p:cNvPicPr preferRelativeResize="0"/>
          <p:nvPr/>
        </p:nvPicPr>
        <p:blipFill rotWithShape="1">
          <a:blip r:embed="rId5">
            <a:alphaModFix amt="50000"/>
          </a:blip>
          <a:srcRect/>
          <a:stretch/>
        </p:blipFill>
        <p:spPr>
          <a:xfrm>
            <a:off x="7835354" y="0"/>
            <a:ext cx="285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036219" y="4679156"/>
            <a:ext cx="1071563" cy="250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57625" y="4893469"/>
            <a:ext cx="1428750" cy="250031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"/>
          <p:cNvSpPr/>
          <p:nvPr/>
        </p:nvSpPr>
        <p:spPr>
          <a:xfrm>
            <a:off x="3861197" y="4897041"/>
            <a:ext cx="1421606" cy="242888"/>
          </a:xfrm>
          <a:prstGeom prst="rect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" name="Google Shape;31;p1" descr="preencoded.png"/>
          <p:cNvPicPr preferRelativeResize="0"/>
          <p:nvPr/>
        </p:nvPicPr>
        <p:blipFill rotWithShape="1">
          <a:blip r:embed="rId8">
            <a:alphaModFix amt="2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1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" name="Google Shape;34;p1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0" y="4572000"/>
            <a:ext cx="91440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"/>
          <p:cNvSpPr/>
          <p:nvPr/>
        </p:nvSpPr>
        <p:spPr>
          <a:xfrm>
            <a:off x="1097235" y="771525"/>
            <a:ext cx="21431" cy="21431"/>
          </a:xfrm>
          <a:prstGeom prst="ellipse">
            <a:avLst/>
          </a:prstGeom>
          <a:solidFill>
            <a:srgbClr val="3ECFCF">
              <a:alpha val="18039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7772400" y="1285875"/>
            <a:ext cx="14288" cy="14288"/>
          </a:xfrm>
          <a:prstGeom prst="ellipse">
            <a:avLst/>
          </a:prstGeom>
          <a:solidFill>
            <a:srgbClr val="C9A84C">
              <a:alpha val="1215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731453" y="3600450"/>
            <a:ext cx="28575" cy="28575"/>
          </a:xfrm>
          <a:prstGeom prst="ellipse">
            <a:avLst/>
          </a:prstGeom>
          <a:solidFill>
            <a:srgbClr val="3ECFCF">
              <a:alpha val="1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8412435" y="3086100"/>
            <a:ext cx="14288" cy="14288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2743200" y="4114800"/>
            <a:ext cx="21431" cy="21431"/>
          </a:xfrm>
          <a:prstGeom prst="ellipse">
            <a:avLst/>
          </a:prstGeom>
          <a:solidFill>
            <a:srgbClr val="C9A84C">
              <a:alpha val="784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5029200" y="925785"/>
            <a:ext cx="14288" cy="14288"/>
          </a:xfrm>
          <a:prstGeom prst="ellipse">
            <a:avLst/>
          </a:prstGeom>
          <a:solidFill>
            <a:srgbClr val="3ECFCF">
              <a:alpha val="14117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6400800" y="3857625"/>
            <a:ext cx="35719" cy="35719"/>
          </a:xfrm>
          <a:prstGeom prst="ellipse">
            <a:avLst/>
          </a:prstGeom>
          <a:solidFill>
            <a:srgbClr val="C9A84C">
              <a:alpha val="588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8686800" y="2057400"/>
            <a:ext cx="14288" cy="14288"/>
          </a:xfrm>
          <a:prstGeom prst="ellipse">
            <a:avLst/>
          </a:prstGeom>
          <a:solidFill>
            <a:srgbClr val="3ECFCF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4572000" y="4526235"/>
            <a:ext cx="21431" cy="21431"/>
          </a:xfrm>
          <a:prstGeom prst="ellipse">
            <a:avLst/>
          </a:prstGeom>
          <a:solidFill>
            <a:srgbClr val="3ECFCF">
              <a:alpha val="1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457200" y="1800225"/>
            <a:ext cx="14288" cy="14288"/>
          </a:xfrm>
          <a:prstGeom prst="ellipse">
            <a:avLst/>
          </a:prstGeom>
          <a:solidFill>
            <a:srgbClr val="C9A84C">
              <a:alpha val="1215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7132253" y="2571750"/>
            <a:ext cx="28575" cy="28575"/>
          </a:xfrm>
          <a:prstGeom prst="ellipse">
            <a:avLst/>
          </a:prstGeom>
          <a:solidFill>
            <a:srgbClr val="3ECFCF">
              <a:alpha val="705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"/>
          <p:cNvSpPr/>
          <p:nvPr/>
        </p:nvSpPr>
        <p:spPr>
          <a:xfrm>
            <a:off x="3657600" y="514350"/>
            <a:ext cx="14288" cy="14288"/>
          </a:xfrm>
          <a:prstGeom prst="ellipse">
            <a:avLst/>
          </a:prstGeom>
          <a:solidFill>
            <a:srgbClr val="C9A84C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"/>
          <p:cNvSpPr/>
          <p:nvPr/>
        </p:nvSpPr>
        <p:spPr>
          <a:xfrm>
            <a:off x="4115916" y="1963080"/>
            <a:ext cx="912056" cy="250031"/>
          </a:xfrm>
          <a:prstGeom prst="rect">
            <a:avLst/>
          </a:prstGeom>
          <a:noFill/>
          <a:ln>
            <a:noFill/>
          </a:ln>
          <a:effectLst>
            <a:outerShdw blurRad="171450" dist="50800" dir="16200000" algn="bl" rotWithShape="0">
              <a:srgbClr val="C9A84C">
                <a:alpha val="50196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687"/>
              <a:buFont typeface="Quattrocento Sans"/>
              <a:buNone/>
            </a:pPr>
            <a:r>
              <a:rPr lang="en-US" sz="1688" b="0" i="0" u="none" strike="noStrike" cap="none">
                <a:solidFill>
                  <a:srgbClr val="C9A84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♛ ♛ ♛</a:t>
            </a:r>
            <a:endParaRPr sz="168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1"/>
          <p:cNvSpPr/>
          <p:nvPr/>
        </p:nvSpPr>
        <p:spPr>
          <a:xfrm>
            <a:off x="1452768" y="2255836"/>
            <a:ext cx="6276771" cy="543081"/>
          </a:xfrm>
          <a:prstGeom prst="rect">
            <a:avLst/>
          </a:prstGeom>
          <a:noFill/>
          <a:ln>
            <a:noFill/>
          </a:ln>
          <a:effectLst>
            <a:outerShdw blurRad="190500" dist="50800" dir="16200000" algn="bl" rotWithShape="0">
              <a:srgbClr val="C9A84C">
                <a:alpha val="50196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ASCENDANT AGENTS</a:t>
            </a:r>
            <a:endParaRPr sz="3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" name="Google Shape;49;p1" descr="preencoded.png"/>
          <p:cNvPicPr preferRelativeResize="0"/>
          <p:nvPr/>
        </p:nvPicPr>
        <p:blipFill rotWithShape="1">
          <a:blip r:embed="rId11">
            <a:alphaModFix amt="70000"/>
          </a:blip>
          <a:srcRect/>
          <a:stretch/>
        </p:blipFill>
        <p:spPr>
          <a:xfrm>
            <a:off x="3786188" y="3173164"/>
            <a:ext cx="1571625" cy="7144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"/>
          <p:cNvSpPr txBox="1"/>
          <p:nvPr/>
        </p:nvSpPr>
        <p:spPr>
          <a:xfrm>
            <a:off x="2286000" y="2255836"/>
            <a:ext cx="4572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/>
          <p:cNvSpPr txBox="1"/>
          <p:nvPr/>
        </p:nvSpPr>
        <p:spPr>
          <a:xfrm>
            <a:off x="2286000" y="2255836"/>
            <a:ext cx="4572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"/>
          <p:cNvSpPr txBox="1"/>
          <p:nvPr/>
        </p:nvSpPr>
        <p:spPr>
          <a:xfrm>
            <a:off x="5753732" y="3559614"/>
            <a:ext cx="2475869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TEAM NAME 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0">
              <a:solidFill>
                <a:schemeClr val="lt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TEAM MEMBERS :</a:t>
            </a:r>
            <a:endParaRPr/>
          </a:p>
        </p:txBody>
      </p:sp>
      <p:pic>
        <p:nvPicPr>
          <p:cNvPr id="53" name="Google Shape;53;p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325451" y="135564"/>
            <a:ext cx="737003" cy="7370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pic>
      <p:pic>
        <p:nvPicPr>
          <p:cNvPr id="54" name="Google Shape;54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58462" y="126113"/>
            <a:ext cx="755925" cy="75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" name="Google Shape;62;p2"/>
          <p:cNvCxnSpPr/>
          <p:nvPr/>
        </p:nvCxnSpPr>
        <p:spPr>
          <a:xfrm>
            <a:off x="640035" y="853678"/>
            <a:ext cx="857250" cy="0"/>
          </a:xfrm>
          <a:prstGeom prst="straightConnector1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" name="Google Shape;63;p2"/>
          <p:cNvCxnSpPr/>
          <p:nvPr/>
        </p:nvCxnSpPr>
        <p:spPr>
          <a:xfrm>
            <a:off x="7646715" y="853678"/>
            <a:ext cx="857250" cy="0"/>
          </a:xfrm>
          <a:prstGeom prst="straightConnector1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" name="Google Shape;64;p2"/>
          <p:cNvCxnSpPr/>
          <p:nvPr/>
        </p:nvCxnSpPr>
        <p:spPr>
          <a:xfrm>
            <a:off x="342900" y="1007269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" name="Google Shape;65;p2"/>
          <p:cNvCxnSpPr/>
          <p:nvPr/>
        </p:nvCxnSpPr>
        <p:spPr>
          <a:xfrm>
            <a:off x="350044" y="1000125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6" name="Google Shape;66;p2"/>
          <p:cNvCxnSpPr/>
          <p:nvPr/>
        </p:nvCxnSpPr>
        <p:spPr>
          <a:xfrm>
            <a:off x="8372475" y="1007269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7" name="Google Shape;67;p2"/>
          <p:cNvCxnSpPr/>
          <p:nvPr/>
        </p:nvCxnSpPr>
        <p:spPr>
          <a:xfrm>
            <a:off x="8793956" y="1000125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8" name="Google Shape;68;p2"/>
          <p:cNvCxnSpPr/>
          <p:nvPr/>
        </p:nvCxnSpPr>
        <p:spPr>
          <a:xfrm>
            <a:off x="342900" y="4864894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9" name="Google Shape;69;p2"/>
          <p:cNvCxnSpPr/>
          <p:nvPr/>
        </p:nvCxnSpPr>
        <p:spPr>
          <a:xfrm>
            <a:off x="350044" y="4443413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0" name="Google Shape;70;p2"/>
          <p:cNvCxnSpPr/>
          <p:nvPr/>
        </p:nvCxnSpPr>
        <p:spPr>
          <a:xfrm>
            <a:off x="8793956" y="4443413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1" name="Google Shape;71;p2"/>
          <p:cNvCxnSpPr/>
          <p:nvPr/>
        </p:nvCxnSpPr>
        <p:spPr>
          <a:xfrm>
            <a:off x="8372475" y="4864894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2" name="Google Shape;72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4400" y="0"/>
            <a:ext cx="4286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2" descr="preencoded.png"/>
          <p:cNvPicPr preferRelativeResize="0"/>
          <p:nvPr/>
        </p:nvPicPr>
        <p:blipFill rotWithShape="1">
          <a:blip r:embed="rId5">
            <a:alphaModFix amt="50000"/>
          </a:blip>
          <a:srcRect/>
          <a:stretch/>
        </p:blipFill>
        <p:spPr>
          <a:xfrm>
            <a:off x="1280071" y="0"/>
            <a:ext cx="285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86738" y="0"/>
            <a:ext cx="4286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2" descr="preencoded.png"/>
          <p:cNvPicPr preferRelativeResize="0"/>
          <p:nvPr/>
        </p:nvPicPr>
        <p:blipFill rotWithShape="1">
          <a:blip r:embed="rId5">
            <a:alphaModFix amt="50000"/>
          </a:blip>
          <a:srcRect/>
          <a:stretch/>
        </p:blipFill>
        <p:spPr>
          <a:xfrm>
            <a:off x="7835354" y="0"/>
            <a:ext cx="285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036219" y="4679156"/>
            <a:ext cx="1071563" cy="250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57625" y="4893469"/>
            <a:ext cx="1428750" cy="250031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2"/>
          <p:cNvSpPr/>
          <p:nvPr/>
        </p:nvSpPr>
        <p:spPr>
          <a:xfrm>
            <a:off x="3861197" y="4897041"/>
            <a:ext cx="1421606" cy="242888"/>
          </a:xfrm>
          <a:prstGeom prst="rect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" name="Google Shape;79;p2" descr="preencoded.png"/>
          <p:cNvPicPr preferRelativeResize="0"/>
          <p:nvPr/>
        </p:nvPicPr>
        <p:blipFill rotWithShape="1">
          <a:blip r:embed="rId8">
            <a:alphaModFix amt="2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2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2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0" y="4572000"/>
            <a:ext cx="9144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2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00037" y="1065685"/>
            <a:ext cx="828675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"/>
          <p:cNvSpPr/>
          <p:nvPr/>
        </p:nvSpPr>
        <p:spPr>
          <a:xfrm>
            <a:off x="432197" y="1075134"/>
            <a:ext cx="8279700" cy="3707700"/>
          </a:xfrm>
          <a:prstGeom prst="roundRect">
            <a:avLst>
              <a:gd name="adj" fmla="val 3083"/>
            </a:avLst>
          </a:prstGeom>
          <a:noFill/>
          <a:ln w="9525" cap="flat" cmpd="sng">
            <a:solidFill>
              <a:srgbClr val="3EC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2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97459" y="1522735"/>
            <a:ext cx="7144" cy="2775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2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255639" y="2003822"/>
            <a:ext cx="7144" cy="2035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2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579242" y="1744749"/>
            <a:ext cx="7144" cy="2405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2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737422" y="1374725"/>
            <a:ext cx="7144" cy="2960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2" descr="preencoded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061025" y="2188778"/>
            <a:ext cx="7144" cy="1850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2" descr="preencoded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7219094" y="1633686"/>
            <a:ext cx="7144" cy="2590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" descr="preencoded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8129141" y="1818754"/>
            <a:ext cx="7144" cy="222025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"/>
          <p:cNvSpPr/>
          <p:nvPr/>
        </p:nvSpPr>
        <p:spPr>
          <a:xfrm>
            <a:off x="2255639" y="2854821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4737422" y="2373846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6061025" y="3002942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1097459" y="3372966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7219094" y="2558802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3579242" y="3113894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2" descr="preencoded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2595972" y="571500"/>
            <a:ext cx="3952056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/>
          <p:nvPr/>
        </p:nvSpPr>
        <p:spPr>
          <a:xfrm>
            <a:off x="2599544" y="575072"/>
            <a:ext cx="3944913" cy="450056"/>
          </a:xfrm>
          <a:prstGeom prst="roundRect">
            <a:avLst>
              <a:gd name="adj" fmla="val 16931"/>
            </a:avLst>
          </a:prstGeom>
          <a:noFill/>
          <a:ln w="952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3003166" y="678656"/>
            <a:ext cx="3137669" cy="242888"/>
          </a:xfrm>
          <a:prstGeom prst="rect">
            <a:avLst/>
          </a:prstGeom>
          <a:noFill/>
          <a:ln>
            <a:noFill/>
          </a:ln>
          <a:effectLst>
            <a:outerShdw blurRad="114300" dist="50800" dir="16200000" algn="bl" rotWithShape="0">
              <a:srgbClr val="C9A84C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87"/>
              <a:buFont typeface="Arial"/>
              <a:buNone/>
            </a:pPr>
            <a:r>
              <a:rPr lang="en-US" sz="1688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sz="16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8712518" y="4840605"/>
            <a:ext cx="120015" cy="120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2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158462" y="126113"/>
            <a:ext cx="755925" cy="75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8325451" y="135564"/>
            <a:ext cx="737003" cy="7370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" name="Google Shape;112;p3"/>
          <p:cNvCxnSpPr/>
          <p:nvPr/>
        </p:nvCxnSpPr>
        <p:spPr>
          <a:xfrm>
            <a:off x="640035" y="853678"/>
            <a:ext cx="857250" cy="0"/>
          </a:xfrm>
          <a:prstGeom prst="straightConnector1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3" name="Google Shape;113;p3"/>
          <p:cNvCxnSpPr/>
          <p:nvPr/>
        </p:nvCxnSpPr>
        <p:spPr>
          <a:xfrm>
            <a:off x="7646715" y="853678"/>
            <a:ext cx="857250" cy="0"/>
          </a:xfrm>
          <a:prstGeom prst="straightConnector1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4" name="Google Shape;114;p3"/>
          <p:cNvCxnSpPr/>
          <p:nvPr/>
        </p:nvCxnSpPr>
        <p:spPr>
          <a:xfrm>
            <a:off x="342900" y="1007269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5" name="Google Shape;115;p3"/>
          <p:cNvCxnSpPr/>
          <p:nvPr/>
        </p:nvCxnSpPr>
        <p:spPr>
          <a:xfrm>
            <a:off x="350044" y="1000125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6" name="Google Shape;116;p3"/>
          <p:cNvCxnSpPr/>
          <p:nvPr/>
        </p:nvCxnSpPr>
        <p:spPr>
          <a:xfrm>
            <a:off x="8372475" y="1007269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7" name="Google Shape;117;p3"/>
          <p:cNvCxnSpPr/>
          <p:nvPr/>
        </p:nvCxnSpPr>
        <p:spPr>
          <a:xfrm>
            <a:off x="8793956" y="1000125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8" name="Google Shape;118;p3"/>
          <p:cNvCxnSpPr/>
          <p:nvPr/>
        </p:nvCxnSpPr>
        <p:spPr>
          <a:xfrm>
            <a:off x="342900" y="4864894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9" name="Google Shape;119;p3"/>
          <p:cNvCxnSpPr/>
          <p:nvPr/>
        </p:nvCxnSpPr>
        <p:spPr>
          <a:xfrm>
            <a:off x="350044" y="4443413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0" name="Google Shape;120;p3"/>
          <p:cNvCxnSpPr/>
          <p:nvPr/>
        </p:nvCxnSpPr>
        <p:spPr>
          <a:xfrm>
            <a:off x="8793956" y="4443413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1" name="Google Shape;121;p3"/>
          <p:cNvCxnSpPr/>
          <p:nvPr/>
        </p:nvCxnSpPr>
        <p:spPr>
          <a:xfrm>
            <a:off x="8372475" y="4864894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2" name="Google Shape;122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4400" y="0"/>
            <a:ext cx="4286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3" descr="preencoded.png"/>
          <p:cNvPicPr preferRelativeResize="0"/>
          <p:nvPr/>
        </p:nvPicPr>
        <p:blipFill rotWithShape="1">
          <a:blip r:embed="rId5">
            <a:alphaModFix amt="50000"/>
          </a:blip>
          <a:srcRect/>
          <a:stretch/>
        </p:blipFill>
        <p:spPr>
          <a:xfrm>
            <a:off x="1280071" y="0"/>
            <a:ext cx="285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86738" y="0"/>
            <a:ext cx="4286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3" descr="preencoded.png"/>
          <p:cNvPicPr preferRelativeResize="0"/>
          <p:nvPr/>
        </p:nvPicPr>
        <p:blipFill rotWithShape="1">
          <a:blip r:embed="rId5">
            <a:alphaModFix amt="50000"/>
          </a:blip>
          <a:srcRect/>
          <a:stretch/>
        </p:blipFill>
        <p:spPr>
          <a:xfrm>
            <a:off x="7835354" y="0"/>
            <a:ext cx="285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036219" y="4679156"/>
            <a:ext cx="1071563" cy="250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57625" y="4893469"/>
            <a:ext cx="1428750" cy="250031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3"/>
          <p:cNvSpPr/>
          <p:nvPr/>
        </p:nvSpPr>
        <p:spPr>
          <a:xfrm>
            <a:off x="3861197" y="4897041"/>
            <a:ext cx="1421606" cy="242888"/>
          </a:xfrm>
          <a:prstGeom prst="rect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3" descr="preencoded.png"/>
          <p:cNvPicPr preferRelativeResize="0"/>
          <p:nvPr/>
        </p:nvPicPr>
        <p:blipFill rotWithShape="1">
          <a:blip r:embed="rId8">
            <a:alphaModFix amt="2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3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3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0" y="4572000"/>
            <a:ext cx="9144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3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17215" y="1056865"/>
            <a:ext cx="828675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3"/>
          <p:cNvSpPr/>
          <p:nvPr/>
        </p:nvSpPr>
        <p:spPr>
          <a:xfrm>
            <a:off x="432197" y="1075134"/>
            <a:ext cx="8279606" cy="3707606"/>
          </a:xfrm>
          <a:prstGeom prst="roundRect">
            <a:avLst>
              <a:gd name="adj" fmla="val 3083"/>
            </a:avLst>
          </a:prstGeom>
          <a:noFill/>
          <a:ln w="9525" cap="flat" cmpd="sng">
            <a:solidFill>
              <a:srgbClr val="3EC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3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97459" y="1522735"/>
            <a:ext cx="7144" cy="2775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3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255639" y="2003822"/>
            <a:ext cx="7144" cy="2035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3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579242" y="1744749"/>
            <a:ext cx="7144" cy="2405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3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737422" y="1374725"/>
            <a:ext cx="7144" cy="2960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3" descr="preencoded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061025" y="2188778"/>
            <a:ext cx="7144" cy="1850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3" descr="preencoded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7219094" y="1633686"/>
            <a:ext cx="7144" cy="2590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3" descr="preencoded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8129141" y="1818754"/>
            <a:ext cx="7144" cy="222025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3"/>
          <p:cNvSpPr/>
          <p:nvPr/>
        </p:nvSpPr>
        <p:spPr>
          <a:xfrm>
            <a:off x="2255639" y="2854821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4737422" y="2373846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6061025" y="3002942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1097459" y="3372966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7219094" y="2558802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3579242" y="3113894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3" descr="preencoded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2595972" y="571500"/>
            <a:ext cx="3952056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3"/>
          <p:cNvSpPr/>
          <p:nvPr/>
        </p:nvSpPr>
        <p:spPr>
          <a:xfrm>
            <a:off x="2599544" y="575072"/>
            <a:ext cx="3944913" cy="450056"/>
          </a:xfrm>
          <a:prstGeom prst="roundRect">
            <a:avLst>
              <a:gd name="adj" fmla="val 16931"/>
            </a:avLst>
          </a:prstGeom>
          <a:noFill/>
          <a:ln w="952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3003166" y="678656"/>
            <a:ext cx="3137669" cy="242888"/>
          </a:xfrm>
          <a:prstGeom prst="rect">
            <a:avLst/>
          </a:prstGeom>
          <a:noFill/>
          <a:ln>
            <a:noFill/>
          </a:ln>
          <a:effectLst>
            <a:outerShdw blurRad="114300" dist="50800" dir="16200000" algn="bl" rotWithShape="0">
              <a:srgbClr val="C9A84C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87"/>
              <a:buFont typeface="Arial"/>
              <a:buNone/>
            </a:pPr>
            <a:r>
              <a:rPr lang="en-US" sz="1688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sz="1688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8712518" y="4840605"/>
            <a:ext cx="120015" cy="120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3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158462" y="126113"/>
            <a:ext cx="755925" cy="75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3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8325451" y="135564"/>
            <a:ext cx="737003" cy="7370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2" name="Google Shape;162;p4"/>
          <p:cNvCxnSpPr/>
          <p:nvPr/>
        </p:nvCxnSpPr>
        <p:spPr>
          <a:xfrm>
            <a:off x="640035" y="853678"/>
            <a:ext cx="857250" cy="0"/>
          </a:xfrm>
          <a:prstGeom prst="straightConnector1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3" name="Google Shape;163;p4"/>
          <p:cNvCxnSpPr/>
          <p:nvPr/>
        </p:nvCxnSpPr>
        <p:spPr>
          <a:xfrm>
            <a:off x="7646715" y="853678"/>
            <a:ext cx="857250" cy="0"/>
          </a:xfrm>
          <a:prstGeom prst="straightConnector1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4" name="Google Shape;164;p4"/>
          <p:cNvCxnSpPr/>
          <p:nvPr/>
        </p:nvCxnSpPr>
        <p:spPr>
          <a:xfrm>
            <a:off x="342900" y="1007269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5" name="Google Shape;165;p4"/>
          <p:cNvCxnSpPr/>
          <p:nvPr/>
        </p:nvCxnSpPr>
        <p:spPr>
          <a:xfrm>
            <a:off x="350044" y="1000125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6" name="Google Shape;166;p4"/>
          <p:cNvCxnSpPr/>
          <p:nvPr/>
        </p:nvCxnSpPr>
        <p:spPr>
          <a:xfrm>
            <a:off x="8372475" y="1007269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7" name="Google Shape;167;p4"/>
          <p:cNvCxnSpPr/>
          <p:nvPr/>
        </p:nvCxnSpPr>
        <p:spPr>
          <a:xfrm>
            <a:off x="8793956" y="1000125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8" name="Google Shape;168;p4"/>
          <p:cNvCxnSpPr/>
          <p:nvPr/>
        </p:nvCxnSpPr>
        <p:spPr>
          <a:xfrm>
            <a:off x="342900" y="4864894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9" name="Google Shape;169;p4"/>
          <p:cNvCxnSpPr/>
          <p:nvPr/>
        </p:nvCxnSpPr>
        <p:spPr>
          <a:xfrm>
            <a:off x="350044" y="4443413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0" name="Google Shape;170;p4"/>
          <p:cNvCxnSpPr/>
          <p:nvPr/>
        </p:nvCxnSpPr>
        <p:spPr>
          <a:xfrm>
            <a:off x="8793956" y="4443413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1" name="Google Shape;171;p4"/>
          <p:cNvCxnSpPr/>
          <p:nvPr/>
        </p:nvCxnSpPr>
        <p:spPr>
          <a:xfrm>
            <a:off x="8372475" y="4864894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72" name="Google Shape;172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4400" y="0"/>
            <a:ext cx="4286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4" descr="preencoded.png"/>
          <p:cNvPicPr preferRelativeResize="0"/>
          <p:nvPr/>
        </p:nvPicPr>
        <p:blipFill rotWithShape="1">
          <a:blip r:embed="rId5">
            <a:alphaModFix amt="50000"/>
          </a:blip>
          <a:srcRect/>
          <a:stretch/>
        </p:blipFill>
        <p:spPr>
          <a:xfrm>
            <a:off x="1280071" y="0"/>
            <a:ext cx="285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86738" y="0"/>
            <a:ext cx="4286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4" descr="preencoded.png"/>
          <p:cNvPicPr preferRelativeResize="0"/>
          <p:nvPr/>
        </p:nvPicPr>
        <p:blipFill rotWithShape="1">
          <a:blip r:embed="rId5">
            <a:alphaModFix amt="50000"/>
          </a:blip>
          <a:srcRect/>
          <a:stretch/>
        </p:blipFill>
        <p:spPr>
          <a:xfrm>
            <a:off x="7835354" y="0"/>
            <a:ext cx="285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036219" y="4679156"/>
            <a:ext cx="1071563" cy="250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57625" y="4893469"/>
            <a:ext cx="1428750" cy="250031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4"/>
          <p:cNvSpPr/>
          <p:nvPr/>
        </p:nvSpPr>
        <p:spPr>
          <a:xfrm>
            <a:off x="3861197" y="4897041"/>
            <a:ext cx="1421606" cy="242888"/>
          </a:xfrm>
          <a:prstGeom prst="rect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4" descr="preencoded.png"/>
          <p:cNvPicPr preferRelativeResize="0"/>
          <p:nvPr/>
        </p:nvPicPr>
        <p:blipFill rotWithShape="1">
          <a:blip r:embed="rId8">
            <a:alphaModFix amt="2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4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4"/>
          <p:cNvSpPr/>
          <p:nvPr/>
        </p:nvSpPr>
        <p:spPr>
          <a:xfrm>
            <a:off x="-311467" y="15627"/>
            <a:ext cx="9144000" cy="5143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4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0" y="4572000"/>
            <a:ext cx="9144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4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28625" y="1071563"/>
            <a:ext cx="828675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4"/>
          <p:cNvSpPr/>
          <p:nvPr/>
        </p:nvSpPr>
        <p:spPr>
          <a:xfrm>
            <a:off x="432197" y="1075134"/>
            <a:ext cx="8279606" cy="3707606"/>
          </a:xfrm>
          <a:prstGeom prst="roundRect">
            <a:avLst>
              <a:gd name="adj" fmla="val 3083"/>
            </a:avLst>
          </a:prstGeom>
          <a:noFill/>
          <a:ln w="9525" cap="flat" cmpd="sng">
            <a:solidFill>
              <a:srgbClr val="3EC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4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97459" y="1522735"/>
            <a:ext cx="7144" cy="2775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4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255639" y="2003822"/>
            <a:ext cx="7144" cy="2035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4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579242" y="1744749"/>
            <a:ext cx="7144" cy="2405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4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737422" y="1374725"/>
            <a:ext cx="7144" cy="2960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4" descr="preencoded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061025" y="2188778"/>
            <a:ext cx="7144" cy="1850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4" descr="preencoded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7219094" y="1633686"/>
            <a:ext cx="7144" cy="2590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4" descr="preencoded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8129141" y="1818754"/>
            <a:ext cx="7144" cy="222025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4"/>
          <p:cNvSpPr/>
          <p:nvPr/>
        </p:nvSpPr>
        <p:spPr>
          <a:xfrm>
            <a:off x="2255639" y="2854821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4"/>
          <p:cNvSpPr/>
          <p:nvPr/>
        </p:nvSpPr>
        <p:spPr>
          <a:xfrm>
            <a:off x="4737422" y="2373846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4"/>
          <p:cNvSpPr/>
          <p:nvPr/>
        </p:nvSpPr>
        <p:spPr>
          <a:xfrm>
            <a:off x="6061025" y="3002942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4"/>
          <p:cNvSpPr/>
          <p:nvPr/>
        </p:nvSpPr>
        <p:spPr>
          <a:xfrm>
            <a:off x="1097459" y="3372966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4"/>
          <p:cNvSpPr/>
          <p:nvPr/>
        </p:nvSpPr>
        <p:spPr>
          <a:xfrm>
            <a:off x="7219094" y="2558802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4"/>
          <p:cNvSpPr/>
          <p:nvPr/>
        </p:nvSpPr>
        <p:spPr>
          <a:xfrm>
            <a:off x="3579242" y="3113894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4" descr="preencoded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887847" y="559389"/>
            <a:ext cx="5300391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4"/>
          <p:cNvSpPr/>
          <p:nvPr/>
        </p:nvSpPr>
        <p:spPr>
          <a:xfrm>
            <a:off x="1899055" y="552358"/>
            <a:ext cx="5278960" cy="450056"/>
          </a:xfrm>
          <a:prstGeom prst="roundRect">
            <a:avLst>
              <a:gd name="adj" fmla="val 16931"/>
            </a:avLst>
          </a:prstGeom>
          <a:noFill/>
          <a:ln w="952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4"/>
          <p:cNvSpPr/>
          <p:nvPr/>
        </p:nvSpPr>
        <p:spPr>
          <a:xfrm>
            <a:off x="1767123" y="657224"/>
            <a:ext cx="5650180" cy="242888"/>
          </a:xfrm>
          <a:prstGeom prst="rect">
            <a:avLst/>
          </a:prstGeom>
          <a:noFill/>
          <a:ln>
            <a:noFill/>
          </a:ln>
          <a:effectLst>
            <a:outerShdw blurRad="114300" dist="50800" dir="16200000" algn="bl" rotWithShape="0">
              <a:srgbClr val="C9A84C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87"/>
              <a:buFont typeface="Arial"/>
              <a:buNone/>
            </a:pPr>
            <a:r>
              <a:rPr lang="en-US" sz="1688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endParaRPr sz="1688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4"/>
          <p:cNvSpPr/>
          <p:nvPr/>
        </p:nvSpPr>
        <p:spPr>
          <a:xfrm>
            <a:off x="8712518" y="4840605"/>
            <a:ext cx="120015" cy="120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p4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158462" y="126113"/>
            <a:ext cx="755925" cy="75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4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8325451" y="135564"/>
            <a:ext cx="737003" cy="7370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2" name="Google Shape;212;p5"/>
          <p:cNvCxnSpPr/>
          <p:nvPr/>
        </p:nvCxnSpPr>
        <p:spPr>
          <a:xfrm>
            <a:off x="640035" y="853678"/>
            <a:ext cx="857250" cy="0"/>
          </a:xfrm>
          <a:prstGeom prst="straightConnector1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3" name="Google Shape;213;p5"/>
          <p:cNvCxnSpPr/>
          <p:nvPr/>
        </p:nvCxnSpPr>
        <p:spPr>
          <a:xfrm>
            <a:off x="7646715" y="853678"/>
            <a:ext cx="857250" cy="0"/>
          </a:xfrm>
          <a:prstGeom prst="straightConnector1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4" name="Google Shape;214;p5"/>
          <p:cNvCxnSpPr/>
          <p:nvPr/>
        </p:nvCxnSpPr>
        <p:spPr>
          <a:xfrm>
            <a:off x="342900" y="1007269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5" name="Google Shape;215;p5"/>
          <p:cNvCxnSpPr/>
          <p:nvPr/>
        </p:nvCxnSpPr>
        <p:spPr>
          <a:xfrm>
            <a:off x="350044" y="1000125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6" name="Google Shape;216;p5"/>
          <p:cNvCxnSpPr/>
          <p:nvPr/>
        </p:nvCxnSpPr>
        <p:spPr>
          <a:xfrm>
            <a:off x="8372475" y="1007269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7" name="Google Shape;217;p5"/>
          <p:cNvCxnSpPr/>
          <p:nvPr/>
        </p:nvCxnSpPr>
        <p:spPr>
          <a:xfrm>
            <a:off x="8793956" y="1000125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8" name="Google Shape;218;p5"/>
          <p:cNvCxnSpPr/>
          <p:nvPr/>
        </p:nvCxnSpPr>
        <p:spPr>
          <a:xfrm>
            <a:off x="342900" y="4864894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9" name="Google Shape;219;p5"/>
          <p:cNvCxnSpPr/>
          <p:nvPr/>
        </p:nvCxnSpPr>
        <p:spPr>
          <a:xfrm>
            <a:off x="350044" y="4443413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0" name="Google Shape;220;p5"/>
          <p:cNvCxnSpPr/>
          <p:nvPr/>
        </p:nvCxnSpPr>
        <p:spPr>
          <a:xfrm>
            <a:off x="8793956" y="4443413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1" name="Google Shape;221;p5"/>
          <p:cNvCxnSpPr/>
          <p:nvPr/>
        </p:nvCxnSpPr>
        <p:spPr>
          <a:xfrm>
            <a:off x="8372475" y="4864894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22" name="Google Shape;222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4400" y="0"/>
            <a:ext cx="4286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5" descr="preencoded.png"/>
          <p:cNvPicPr preferRelativeResize="0"/>
          <p:nvPr/>
        </p:nvPicPr>
        <p:blipFill rotWithShape="1">
          <a:blip r:embed="rId5">
            <a:alphaModFix amt="50000"/>
          </a:blip>
          <a:srcRect/>
          <a:stretch/>
        </p:blipFill>
        <p:spPr>
          <a:xfrm>
            <a:off x="1280071" y="0"/>
            <a:ext cx="285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86738" y="0"/>
            <a:ext cx="4286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5" descr="preencoded.png"/>
          <p:cNvPicPr preferRelativeResize="0"/>
          <p:nvPr/>
        </p:nvPicPr>
        <p:blipFill rotWithShape="1">
          <a:blip r:embed="rId5">
            <a:alphaModFix amt="50000"/>
          </a:blip>
          <a:srcRect/>
          <a:stretch/>
        </p:blipFill>
        <p:spPr>
          <a:xfrm>
            <a:off x="7835354" y="0"/>
            <a:ext cx="285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036219" y="4679156"/>
            <a:ext cx="1071563" cy="250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57625" y="4893469"/>
            <a:ext cx="1428750" cy="250031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5"/>
          <p:cNvSpPr/>
          <p:nvPr/>
        </p:nvSpPr>
        <p:spPr>
          <a:xfrm>
            <a:off x="3861197" y="4897041"/>
            <a:ext cx="1421606" cy="242888"/>
          </a:xfrm>
          <a:prstGeom prst="rect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p5" descr="preencoded.png"/>
          <p:cNvPicPr preferRelativeResize="0"/>
          <p:nvPr/>
        </p:nvPicPr>
        <p:blipFill rotWithShape="1">
          <a:blip r:embed="rId8">
            <a:alphaModFix amt="2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5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2" name="Google Shape;232;p5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0" y="4572000"/>
            <a:ext cx="9144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5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28625" y="1071563"/>
            <a:ext cx="828675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5"/>
          <p:cNvSpPr/>
          <p:nvPr/>
        </p:nvSpPr>
        <p:spPr>
          <a:xfrm>
            <a:off x="432197" y="1075134"/>
            <a:ext cx="8279606" cy="3707606"/>
          </a:xfrm>
          <a:prstGeom prst="roundRect">
            <a:avLst>
              <a:gd name="adj" fmla="val 3083"/>
            </a:avLst>
          </a:prstGeom>
          <a:noFill/>
          <a:ln w="9525" cap="flat" cmpd="sng">
            <a:solidFill>
              <a:srgbClr val="3EC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5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97459" y="1522735"/>
            <a:ext cx="7144" cy="2775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5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255639" y="2003822"/>
            <a:ext cx="7144" cy="2035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5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579242" y="1744749"/>
            <a:ext cx="7144" cy="2405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5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737422" y="1374725"/>
            <a:ext cx="7144" cy="2960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5" descr="preencoded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061025" y="2188778"/>
            <a:ext cx="7144" cy="1850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5" descr="preencoded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7219094" y="1633686"/>
            <a:ext cx="7144" cy="2590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5" descr="preencoded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8129141" y="1818754"/>
            <a:ext cx="7144" cy="222025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5"/>
          <p:cNvSpPr/>
          <p:nvPr/>
        </p:nvSpPr>
        <p:spPr>
          <a:xfrm>
            <a:off x="2255639" y="2854821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5"/>
          <p:cNvSpPr/>
          <p:nvPr/>
        </p:nvSpPr>
        <p:spPr>
          <a:xfrm>
            <a:off x="4737422" y="2373846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5"/>
          <p:cNvSpPr/>
          <p:nvPr/>
        </p:nvSpPr>
        <p:spPr>
          <a:xfrm>
            <a:off x="6061025" y="3002942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5"/>
          <p:cNvSpPr/>
          <p:nvPr/>
        </p:nvSpPr>
        <p:spPr>
          <a:xfrm>
            <a:off x="1097459" y="3372966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5"/>
          <p:cNvSpPr/>
          <p:nvPr/>
        </p:nvSpPr>
        <p:spPr>
          <a:xfrm>
            <a:off x="7219094" y="2558802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5"/>
          <p:cNvSpPr/>
          <p:nvPr/>
        </p:nvSpPr>
        <p:spPr>
          <a:xfrm>
            <a:off x="3579242" y="3113894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9" name="Google Shape;249;p5" descr="preencoded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2595972" y="571500"/>
            <a:ext cx="3952056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5"/>
          <p:cNvSpPr/>
          <p:nvPr/>
        </p:nvSpPr>
        <p:spPr>
          <a:xfrm>
            <a:off x="2599544" y="575072"/>
            <a:ext cx="3944913" cy="450056"/>
          </a:xfrm>
          <a:prstGeom prst="roundRect">
            <a:avLst>
              <a:gd name="adj" fmla="val 16931"/>
            </a:avLst>
          </a:prstGeom>
          <a:noFill/>
          <a:ln w="952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5"/>
          <p:cNvSpPr/>
          <p:nvPr/>
        </p:nvSpPr>
        <p:spPr>
          <a:xfrm>
            <a:off x="3003166" y="678656"/>
            <a:ext cx="3137669" cy="242888"/>
          </a:xfrm>
          <a:prstGeom prst="rect">
            <a:avLst/>
          </a:prstGeom>
          <a:noFill/>
          <a:ln>
            <a:noFill/>
          </a:ln>
          <a:effectLst>
            <a:outerShdw blurRad="114300" dist="50800" dir="16200000" algn="bl" rotWithShape="0">
              <a:srgbClr val="C9A84C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87"/>
              <a:buFont typeface="Arial"/>
              <a:buNone/>
            </a:pPr>
            <a:r>
              <a:rPr lang="en-US" sz="1688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TECHNOLOGY USED</a:t>
            </a:r>
            <a:endParaRPr sz="1688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5"/>
          <p:cNvSpPr/>
          <p:nvPr/>
        </p:nvSpPr>
        <p:spPr>
          <a:xfrm>
            <a:off x="8712518" y="4840605"/>
            <a:ext cx="120015" cy="120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3" name="Google Shape;253;p5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158462" y="126113"/>
            <a:ext cx="755925" cy="75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5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8325451" y="135564"/>
            <a:ext cx="737003" cy="7370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>
          <a:extLst>
            <a:ext uri="{FF2B5EF4-FFF2-40B4-BE49-F238E27FC236}">
              <a16:creationId xmlns:a16="http://schemas.microsoft.com/office/drawing/2014/main" id="{BA5B6FF3-EC5B-DB0E-CB0F-B10467751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5" descr="preencoded.png">
            <a:extLst>
              <a:ext uri="{FF2B5EF4-FFF2-40B4-BE49-F238E27FC236}">
                <a16:creationId xmlns:a16="http://schemas.microsoft.com/office/drawing/2014/main" id="{9C2BF3D8-CCBB-81EA-CBA6-DBBD1F1815F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5" descr="preencoded.png">
            <a:extLst>
              <a:ext uri="{FF2B5EF4-FFF2-40B4-BE49-F238E27FC236}">
                <a16:creationId xmlns:a16="http://schemas.microsoft.com/office/drawing/2014/main" id="{AD5D25E8-7498-7F8E-9449-08A264761E2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2" name="Google Shape;212;p5">
            <a:extLst>
              <a:ext uri="{FF2B5EF4-FFF2-40B4-BE49-F238E27FC236}">
                <a16:creationId xmlns:a16="http://schemas.microsoft.com/office/drawing/2014/main" id="{85CCD314-6C86-87A3-DDAD-9970E23B0E38}"/>
              </a:ext>
            </a:extLst>
          </p:cNvPr>
          <p:cNvCxnSpPr/>
          <p:nvPr/>
        </p:nvCxnSpPr>
        <p:spPr>
          <a:xfrm>
            <a:off x="640035" y="853678"/>
            <a:ext cx="857250" cy="0"/>
          </a:xfrm>
          <a:prstGeom prst="straightConnector1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3" name="Google Shape;213;p5">
            <a:extLst>
              <a:ext uri="{FF2B5EF4-FFF2-40B4-BE49-F238E27FC236}">
                <a16:creationId xmlns:a16="http://schemas.microsoft.com/office/drawing/2014/main" id="{442EB580-72DA-BB23-5C5B-CBB99F481647}"/>
              </a:ext>
            </a:extLst>
          </p:cNvPr>
          <p:cNvCxnSpPr/>
          <p:nvPr/>
        </p:nvCxnSpPr>
        <p:spPr>
          <a:xfrm>
            <a:off x="7646715" y="853678"/>
            <a:ext cx="857250" cy="0"/>
          </a:xfrm>
          <a:prstGeom prst="straightConnector1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4" name="Google Shape;214;p5">
            <a:extLst>
              <a:ext uri="{FF2B5EF4-FFF2-40B4-BE49-F238E27FC236}">
                <a16:creationId xmlns:a16="http://schemas.microsoft.com/office/drawing/2014/main" id="{41C6E7F0-6355-6412-3E5B-3715A5A8FC34}"/>
              </a:ext>
            </a:extLst>
          </p:cNvPr>
          <p:cNvCxnSpPr/>
          <p:nvPr/>
        </p:nvCxnSpPr>
        <p:spPr>
          <a:xfrm>
            <a:off x="342900" y="1007269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5" name="Google Shape;215;p5">
            <a:extLst>
              <a:ext uri="{FF2B5EF4-FFF2-40B4-BE49-F238E27FC236}">
                <a16:creationId xmlns:a16="http://schemas.microsoft.com/office/drawing/2014/main" id="{2359877E-9AFA-4C59-4EC8-53E657C07FD9}"/>
              </a:ext>
            </a:extLst>
          </p:cNvPr>
          <p:cNvCxnSpPr/>
          <p:nvPr/>
        </p:nvCxnSpPr>
        <p:spPr>
          <a:xfrm>
            <a:off x="350044" y="1000125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6" name="Google Shape;216;p5">
            <a:extLst>
              <a:ext uri="{FF2B5EF4-FFF2-40B4-BE49-F238E27FC236}">
                <a16:creationId xmlns:a16="http://schemas.microsoft.com/office/drawing/2014/main" id="{A582B56A-3816-47E8-142F-EE183AA4BA5D}"/>
              </a:ext>
            </a:extLst>
          </p:cNvPr>
          <p:cNvCxnSpPr/>
          <p:nvPr/>
        </p:nvCxnSpPr>
        <p:spPr>
          <a:xfrm>
            <a:off x="8372475" y="1007269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7" name="Google Shape;217;p5">
            <a:extLst>
              <a:ext uri="{FF2B5EF4-FFF2-40B4-BE49-F238E27FC236}">
                <a16:creationId xmlns:a16="http://schemas.microsoft.com/office/drawing/2014/main" id="{2B473F6F-E2B8-2A67-4A43-423432080996}"/>
              </a:ext>
            </a:extLst>
          </p:cNvPr>
          <p:cNvCxnSpPr/>
          <p:nvPr/>
        </p:nvCxnSpPr>
        <p:spPr>
          <a:xfrm>
            <a:off x="8793956" y="1000125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8" name="Google Shape;218;p5">
            <a:extLst>
              <a:ext uri="{FF2B5EF4-FFF2-40B4-BE49-F238E27FC236}">
                <a16:creationId xmlns:a16="http://schemas.microsoft.com/office/drawing/2014/main" id="{0801EE03-E62E-5363-E82D-424CAF98A07D}"/>
              </a:ext>
            </a:extLst>
          </p:cNvPr>
          <p:cNvCxnSpPr/>
          <p:nvPr/>
        </p:nvCxnSpPr>
        <p:spPr>
          <a:xfrm>
            <a:off x="342900" y="4864894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9" name="Google Shape;219;p5">
            <a:extLst>
              <a:ext uri="{FF2B5EF4-FFF2-40B4-BE49-F238E27FC236}">
                <a16:creationId xmlns:a16="http://schemas.microsoft.com/office/drawing/2014/main" id="{58D9B87E-DB1C-90CD-A2EA-E06CC9E4ED0A}"/>
              </a:ext>
            </a:extLst>
          </p:cNvPr>
          <p:cNvCxnSpPr/>
          <p:nvPr/>
        </p:nvCxnSpPr>
        <p:spPr>
          <a:xfrm>
            <a:off x="350044" y="4443413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0" name="Google Shape;220;p5">
            <a:extLst>
              <a:ext uri="{FF2B5EF4-FFF2-40B4-BE49-F238E27FC236}">
                <a16:creationId xmlns:a16="http://schemas.microsoft.com/office/drawing/2014/main" id="{73331E98-2278-E9C0-680A-0037D4A390EA}"/>
              </a:ext>
            </a:extLst>
          </p:cNvPr>
          <p:cNvCxnSpPr/>
          <p:nvPr/>
        </p:nvCxnSpPr>
        <p:spPr>
          <a:xfrm>
            <a:off x="8793956" y="4443413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1" name="Google Shape;221;p5">
            <a:extLst>
              <a:ext uri="{FF2B5EF4-FFF2-40B4-BE49-F238E27FC236}">
                <a16:creationId xmlns:a16="http://schemas.microsoft.com/office/drawing/2014/main" id="{E0856D07-18FA-9AC6-6778-B21104C61B5D}"/>
              </a:ext>
            </a:extLst>
          </p:cNvPr>
          <p:cNvCxnSpPr/>
          <p:nvPr/>
        </p:nvCxnSpPr>
        <p:spPr>
          <a:xfrm>
            <a:off x="8372475" y="4864894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22" name="Google Shape;222;p5" descr="preencoded.png">
            <a:extLst>
              <a:ext uri="{FF2B5EF4-FFF2-40B4-BE49-F238E27FC236}">
                <a16:creationId xmlns:a16="http://schemas.microsoft.com/office/drawing/2014/main" id="{160368FA-A2FB-49F9-B5BC-53F96121816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4400" y="0"/>
            <a:ext cx="4286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5" descr="preencoded.png">
            <a:extLst>
              <a:ext uri="{FF2B5EF4-FFF2-40B4-BE49-F238E27FC236}">
                <a16:creationId xmlns:a16="http://schemas.microsoft.com/office/drawing/2014/main" id="{D8B8736B-5579-94F0-77E3-51B03F669767}"/>
              </a:ext>
            </a:extLst>
          </p:cNvPr>
          <p:cNvPicPr preferRelativeResize="0"/>
          <p:nvPr/>
        </p:nvPicPr>
        <p:blipFill rotWithShape="1">
          <a:blip r:embed="rId5">
            <a:alphaModFix amt="50000"/>
          </a:blip>
          <a:srcRect/>
          <a:stretch/>
        </p:blipFill>
        <p:spPr>
          <a:xfrm>
            <a:off x="1280071" y="0"/>
            <a:ext cx="285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5" descr="preencoded.png">
            <a:extLst>
              <a:ext uri="{FF2B5EF4-FFF2-40B4-BE49-F238E27FC236}">
                <a16:creationId xmlns:a16="http://schemas.microsoft.com/office/drawing/2014/main" id="{21BEACAD-EEB8-5946-0CD6-6BA815A4B04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86738" y="0"/>
            <a:ext cx="4286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5" descr="preencoded.png">
            <a:extLst>
              <a:ext uri="{FF2B5EF4-FFF2-40B4-BE49-F238E27FC236}">
                <a16:creationId xmlns:a16="http://schemas.microsoft.com/office/drawing/2014/main" id="{904F7C86-D1BB-A409-3D22-BEAFD2422856}"/>
              </a:ext>
            </a:extLst>
          </p:cNvPr>
          <p:cNvPicPr preferRelativeResize="0"/>
          <p:nvPr/>
        </p:nvPicPr>
        <p:blipFill rotWithShape="1">
          <a:blip r:embed="rId5">
            <a:alphaModFix amt="50000"/>
          </a:blip>
          <a:srcRect/>
          <a:stretch/>
        </p:blipFill>
        <p:spPr>
          <a:xfrm>
            <a:off x="7835354" y="0"/>
            <a:ext cx="285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5" descr="preencoded.png">
            <a:extLst>
              <a:ext uri="{FF2B5EF4-FFF2-40B4-BE49-F238E27FC236}">
                <a16:creationId xmlns:a16="http://schemas.microsoft.com/office/drawing/2014/main" id="{9E5739FE-5ABC-35B7-C530-C197A8CD4F0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036219" y="4679156"/>
            <a:ext cx="1071563" cy="250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5" descr="preencoded.png">
            <a:extLst>
              <a:ext uri="{FF2B5EF4-FFF2-40B4-BE49-F238E27FC236}">
                <a16:creationId xmlns:a16="http://schemas.microsoft.com/office/drawing/2014/main" id="{B8FCA64C-AA43-9222-B16A-B424B6F7AD8D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57625" y="4893469"/>
            <a:ext cx="1428750" cy="250031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5">
            <a:extLst>
              <a:ext uri="{FF2B5EF4-FFF2-40B4-BE49-F238E27FC236}">
                <a16:creationId xmlns:a16="http://schemas.microsoft.com/office/drawing/2014/main" id="{B8D5D1B5-11DE-D317-B2D1-82D0F09C4E49}"/>
              </a:ext>
            </a:extLst>
          </p:cNvPr>
          <p:cNvSpPr/>
          <p:nvPr/>
        </p:nvSpPr>
        <p:spPr>
          <a:xfrm>
            <a:off x="3861197" y="4897041"/>
            <a:ext cx="1421606" cy="242888"/>
          </a:xfrm>
          <a:prstGeom prst="rect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p5" descr="preencoded.png">
            <a:extLst>
              <a:ext uri="{FF2B5EF4-FFF2-40B4-BE49-F238E27FC236}">
                <a16:creationId xmlns:a16="http://schemas.microsoft.com/office/drawing/2014/main" id="{6262EFAC-0D8B-ED03-1F6C-C27FF7C5B4C3}"/>
              </a:ext>
            </a:extLst>
          </p:cNvPr>
          <p:cNvPicPr preferRelativeResize="0"/>
          <p:nvPr/>
        </p:nvPicPr>
        <p:blipFill rotWithShape="1">
          <a:blip r:embed="rId8">
            <a:alphaModFix amt="2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5" descr="preencoded.png">
            <a:extLst>
              <a:ext uri="{FF2B5EF4-FFF2-40B4-BE49-F238E27FC236}">
                <a16:creationId xmlns:a16="http://schemas.microsoft.com/office/drawing/2014/main" id="{9EEB5DCA-A7C6-2703-FF59-0EED5F0E17A9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5">
            <a:extLst>
              <a:ext uri="{FF2B5EF4-FFF2-40B4-BE49-F238E27FC236}">
                <a16:creationId xmlns:a16="http://schemas.microsoft.com/office/drawing/2014/main" id="{DA2BE214-6846-E15F-AF60-A77FBB84EDE4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2" name="Google Shape;232;p5" descr="preencoded.png">
            <a:extLst>
              <a:ext uri="{FF2B5EF4-FFF2-40B4-BE49-F238E27FC236}">
                <a16:creationId xmlns:a16="http://schemas.microsoft.com/office/drawing/2014/main" id="{6B971819-D211-B30B-2D06-174DA0C2CDF1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0" y="4572000"/>
            <a:ext cx="9144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5" descr="preencoded.png">
            <a:extLst>
              <a:ext uri="{FF2B5EF4-FFF2-40B4-BE49-F238E27FC236}">
                <a16:creationId xmlns:a16="http://schemas.microsoft.com/office/drawing/2014/main" id="{60047510-F6B8-A6FD-736D-DBAC6650EE8C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28625" y="1071563"/>
            <a:ext cx="828675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5">
            <a:extLst>
              <a:ext uri="{FF2B5EF4-FFF2-40B4-BE49-F238E27FC236}">
                <a16:creationId xmlns:a16="http://schemas.microsoft.com/office/drawing/2014/main" id="{CAC9BC20-C29C-1EC6-9DEC-A7B22D5D0E67}"/>
              </a:ext>
            </a:extLst>
          </p:cNvPr>
          <p:cNvSpPr/>
          <p:nvPr/>
        </p:nvSpPr>
        <p:spPr>
          <a:xfrm>
            <a:off x="432197" y="1075134"/>
            <a:ext cx="8279606" cy="3707606"/>
          </a:xfrm>
          <a:prstGeom prst="roundRect">
            <a:avLst>
              <a:gd name="adj" fmla="val 3083"/>
            </a:avLst>
          </a:prstGeom>
          <a:noFill/>
          <a:ln w="9525" cap="flat" cmpd="sng">
            <a:solidFill>
              <a:srgbClr val="3EC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5" descr="preencoded.png">
            <a:extLst>
              <a:ext uri="{FF2B5EF4-FFF2-40B4-BE49-F238E27FC236}">
                <a16:creationId xmlns:a16="http://schemas.microsoft.com/office/drawing/2014/main" id="{C3953CE1-4492-8956-1BE3-A49FAA967532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97459" y="1522735"/>
            <a:ext cx="7144" cy="2775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5" descr="preencoded.png">
            <a:extLst>
              <a:ext uri="{FF2B5EF4-FFF2-40B4-BE49-F238E27FC236}">
                <a16:creationId xmlns:a16="http://schemas.microsoft.com/office/drawing/2014/main" id="{5B9B12AE-ACB4-78D8-A329-5E00640D7739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255639" y="2003822"/>
            <a:ext cx="7144" cy="2035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5" descr="preencoded.png">
            <a:extLst>
              <a:ext uri="{FF2B5EF4-FFF2-40B4-BE49-F238E27FC236}">
                <a16:creationId xmlns:a16="http://schemas.microsoft.com/office/drawing/2014/main" id="{EA23EC83-1F3C-7B22-FB45-E7C386F2DFCA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579242" y="1744749"/>
            <a:ext cx="7144" cy="2405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5" descr="preencoded.png">
            <a:extLst>
              <a:ext uri="{FF2B5EF4-FFF2-40B4-BE49-F238E27FC236}">
                <a16:creationId xmlns:a16="http://schemas.microsoft.com/office/drawing/2014/main" id="{38C38975-1647-6400-197D-660C17F8CDD5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737422" y="1374725"/>
            <a:ext cx="7144" cy="2960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5" descr="preencoded.png">
            <a:extLst>
              <a:ext uri="{FF2B5EF4-FFF2-40B4-BE49-F238E27FC236}">
                <a16:creationId xmlns:a16="http://schemas.microsoft.com/office/drawing/2014/main" id="{9DEE67A6-63A2-14A8-F0A5-42AA68B9CFA4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061025" y="2188778"/>
            <a:ext cx="7144" cy="1850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5" descr="preencoded.png">
            <a:extLst>
              <a:ext uri="{FF2B5EF4-FFF2-40B4-BE49-F238E27FC236}">
                <a16:creationId xmlns:a16="http://schemas.microsoft.com/office/drawing/2014/main" id="{248E2CBF-9B36-C216-8257-5B711F992715}"/>
              </a:ext>
            </a:extLst>
          </p:cNvPr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7219094" y="1633686"/>
            <a:ext cx="7144" cy="2590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5" descr="preencoded.png">
            <a:extLst>
              <a:ext uri="{FF2B5EF4-FFF2-40B4-BE49-F238E27FC236}">
                <a16:creationId xmlns:a16="http://schemas.microsoft.com/office/drawing/2014/main" id="{139A2D10-C368-F31B-B131-982CB725A153}"/>
              </a:ext>
            </a:extLst>
          </p:cNvPr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8129141" y="1818754"/>
            <a:ext cx="7144" cy="222025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5">
            <a:extLst>
              <a:ext uri="{FF2B5EF4-FFF2-40B4-BE49-F238E27FC236}">
                <a16:creationId xmlns:a16="http://schemas.microsoft.com/office/drawing/2014/main" id="{4D8F241B-F727-15B1-37F3-3E939489D1FC}"/>
              </a:ext>
            </a:extLst>
          </p:cNvPr>
          <p:cNvSpPr/>
          <p:nvPr/>
        </p:nvSpPr>
        <p:spPr>
          <a:xfrm>
            <a:off x="2255639" y="2854821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5">
            <a:extLst>
              <a:ext uri="{FF2B5EF4-FFF2-40B4-BE49-F238E27FC236}">
                <a16:creationId xmlns:a16="http://schemas.microsoft.com/office/drawing/2014/main" id="{3B5A3CC5-5C24-8070-A8BD-6A9C0412E0A5}"/>
              </a:ext>
            </a:extLst>
          </p:cNvPr>
          <p:cNvSpPr/>
          <p:nvPr/>
        </p:nvSpPr>
        <p:spPr>
          <a:xfrm>
            <a:off x="4737422" y="2373846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5">
            <a:extLst>
              <a:ext uri="{FF2B5EF4-FFF2-40B4-BE49-F238E27FC236}">
                <a16:creationId xmlns:a16="http://schemas.microsoft.com/office/drawing/2014/main" id="{A931A3E2-29B0-B9B8-80EE-03196AEA76F2}"/>
              </a:ext>
            </a:extLst>
          </p:cNvPr>
          <p:cNvSpPr/>
          <p:nvPr/>
        </p:nvSpPr>
        <p:spPr>
          <a:xfrm>
            <a:off x="6061025" y="3002942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5">
            <a:extLst>
              <a:ext uri="{FF2B5EF4-FFF2-40B4-BE49-F238E27FC236}">
                <a16:creationId xmlns:a16="http://schemas.microsoft.com/office/drawing/2014/main" id="{11D5B81F-8014-393E-A274-53DBA98D672D}"/>
              </a:ext>
            </a:extLst>
          </p:cNvPr>
          <p:cNvSpPr/>
          <p:nvPr/>
        </p:nvSpPr>
        <p:spPr>
          <a:xfrm>
            <a:off x="1097459" y="3372966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5">
            <a:extLst>
              <a:ext uri="{FF2B5EF4-FFF2-40B4-BE49-F238E27FC236}">
                <a16:creationId xmlns:a16="http://schemas.microsoft.com/office/drawing/2014/main" id="{732449EE-6D77-9EA2-D7C9-0DEAA0077584}"/>
              </a:ext>
            </a:extLst>
          </p:cNvPr>
          <p:cNvSpPr/>
          <p:nvPr/>
        </p:nvSpPr>
        <p:spPr>
          <a:xfrm>
            <a:off x="7219094" y="2558802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5">
            <a:extLst>
              <a:ext uri="{FF2B5EF4-FFF2-40B4-BE49-F238E27FC236}">
                <a16:creationId xmlns:a16="http://schemas.microsoft.com/office/drawing/2014/main" id="{F9DA6257-7FFA-7761-E8B1-65BEB0C5C1A2}"/>
              </a:ext>
            </a:extLst>
          </p:cNvPr>
          <p:cNvSpPr/>
          <p:nvPr/>
        </p:nvSpPr>
        <p:spPr>
          <a:xfrm>
            <a:off x="3579242" y="3113894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5">
            <a:extLst>
              <a:ext uri="{FF2B5EF4-FFF2-40B4-BE49-F238E27FC236}">
                <a16:creationId xmlns:a16="http://schemas.microsoft.com/office/drawing/2014/main" id="{927AF9BF-B4FA-11A2-B358-DDF613B56883}"/>
              </a:ext>
            </a:extLst>
          </p:cNvPr>
          <p:cNvSpPr/>
          <p:nvPr/>
        </p:nvSpPr>
        <p:spPr>
          <a:xfrm>
            <a:off x="2977367" y="2728709"/>
            <a:ext cx="3150254" cy="508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i="1" dirty="0">
                <a:solidFill>
                  <a:srgbClr val="E8DCC8"/>
                </a:solidFill>
                <a:latin typeface="Arial"/>
                <a:ea typeface="Arial"/>
                <a:cs typeface="Arial"/>
                <a:sym typeface="Arial"/>
              </a:rPr>
              <a:t>Attach video link fo</a:t>
            </a:r>
            <a:r>
              <a:rPr lang="en-US" sz="900" i="1" dirty="0">
                <a:solidFill>
                  <a:srgbClr val="E8DCC8"/>
                </a:solidFill>
              </a:rPr>
              <a:t>r demo</a:t>
            </a:r>
            <a:endParaRPr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9" name="Google Shape;249;p5" descr="preencoded.png">
            <a:extLst>
              <a:ext uri="{FF2B5EF4-FFF2-40B4-BE49-F238E27FC236}">
                <a16:creationId xmlns:a16="http://schemas.microsoft.com/office/drawing/2014/main" id="{1FE0E6D5-D893-9970-A64A-8E8762D60882}"/>
              </a:ext>
            </a:extLst>
          </p:cNvPr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2595972" y="571500"/>
            <a:ext cx="3952056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5">
            <a:extLst>
              <a:ext uri="{FF2B5EF4-FFF2-40B4-BE49-F238E27FC236}">
                <a16:creationId xmlns:a16="http://schemas.microsoft.com/office/drawing/2014/main" id="{807C82E1-9230-C29B-DDC0-E87831F247D7}"/>
              </a:ext>
            </a:extLst>
          </p:cNvPr>
          <p:cNvSpPr/>
          <p:nvPr/>
        </p:nvSpPr>
        <p:spPr>
          <a:xfrm>
            <a:off x="2599544" y="575072"/>
            <a:ext cx="3944913" cy="450056"/>
          </a:xfrm>
          <a:prstGeom prst="roundRect">
            <a:avLst>
              <a:gd name="adj" fmla="val 16931"/>
            </a:avLst>
          </a:prstGeom>
          <a:noFill/>
          <a:ln w="952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5">
            <a:extLst>
              <a:ext uri="{FF2B5EF4-FFF2-40B4-BE49-F238E27FC236}">
                <a16:creationId xmlns:a16="http://schemas.microsoft.com/office/drawing/2014/main" id="{24223A13-D145-DAF5-A884-5579D6DDD405}"/>
              </a:ext>
            </a:extLst>
          </p:cNvPr>
          <p:cNvSpPr/>
          <p:nvPr/>
        </p:nvSpPr>
        <p:spPr>
          <a:xfrm>
            <a:off x="3003166" y="678656"/>
            <a:ext cx="3137669" cy="242888"/>
          </a:xfrm>
          <a:prstGeom prst="rect">
            <a:avLst/>
          </a:prstGeom>
          <a:noFill/>
          <a:ln>
            <a:noFill/>
          </a:ln>
          <a:effectLst>
            <a:outerShdw blurRad="114300" dist="50800" dir="16200000" algn="bl" rotWithShape="0">
              <a:srgbClr val="C9A84C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87"/>
              <a:buFont typeface="Arial"/>
              <a:buNone/>
            </a:pPr>
            <a:r>
              <a:rPr lang="en-US" sz="1688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WORKING PROTOTYPE</a:t>
            </a:r>
            <a:endParaRPr sz="1688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5">
            <a:extLst>
              <a:ext uri="{FF2B5EF4-FFF2-40B4-BE49-F238E27FC236}">
                <a16:creationId xmlns:a16="http://schemas.microsoft.com/office/drawing/2014/main" id="{9366FC71-0614-A4B0-AC0A-ED15D02222E0}"/>
              </a:ext>
            </a:extLst>
          </p:cNvPr>
          <p:cNvSpPr/>
          <p:nvPr/>
        </p:nvSpPr>
        <p:spPr>
          <a:xfrm>
            <a:off x="8712518" y="4840605"/>
            <a:ext cx="120015" cy="120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3" name="Google Shape;253;p5">
            <a:extLst>
              <a:ext uri="{FF2B5EF4-FFF2-40B4-BE49-F238E27FC236}">
                <a16:creationId xmlns:a16="http://schemas.microsoft.com/office/drawing/2014/main" id="{A4C2E566-411B-F4F0-3B2A-4731C761BE2A}"/>
              </a:ext>
            </a:extLst>
          </p:cNvPr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158462" y="126113"/>
            <a:ext cx="755925" cy="75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5">
            <a:extLst>
              <a:ext uri="{FF2B5EF4-FFF2-40B4-BE49-F238E27FC236}">
                <a16:creationId xmlns:a16="http://schemas.microsoft.com/office/drawing/2014/main" id="{FEBC8503-2A60-710F-25E9-9DD17288AE03}"/>
              </a:ext>
            </a:extLst>
          </p:cNvPr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8325451" y="135564"/>
            <a:ext cx="737003" cy="7370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77466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2" name="Google Shape;262;p6"/>
          <p:cNvCxnSpPr/>
          <p:nvPr/>
        </p:nvCxnSpPr>
        <p:spPr>
          <a:xfrm>
            <a:off x="640035" y="853678"/>
            <a:ext cx="857250" cy="0"/>
          </a:xfrm>
          <a:prstGeom prst="straightConnector1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3" name="Google Shape;263;p6"/>
          <p:cNvCxnSpPr/>
          <p:nvPr/>
        </p:nvCxnSpPr>
        <p:spPr>
          <a:xfrm>
            <a:off x="7646715" y="853678"/>
            <a:ext cx="857250" cy="0"/>
          </a:xfrm>
          <a:prstGeom prst="straightConnector1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4" name="Google Shape;264;p6"/>
          <p:cNvCxnSpPr/>
          <p:nvPr/>
        </p:nvCxnSpPr>
        <p:spPr>
          <a:xfrm>
            <a:off x="342900" y="1007269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5" name="Google Shape;265;p6"/>
          <p:cNvCxnSpPr/>
          <p:nvPr/>
        </p:nvCxnSpPr>
        <p:spPr>
          <a:xfrm>
            <a:off x="350044" y="1000125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6" name="Google Shape;266;p6"/>
          <p:cNvCxnSpPr/>
          <p:nvPr/>
        </p:nvCxnSpPr>
        <p:spPr>
          <a:xfrm>
            <a:off x="8372475" y="1007269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7" name="Google Shape;267;p6"/>
          <p:cNvCxnSpPr/>
          <p:nvPr/>
        </p:nvCxnSpPr>
        <p:spPr>
          <a:xfrm>
            <a:off x="8793956" y="1000125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8" name="Google Shape;268;p6"/>
          <p:cNvCxnSpPr/>
          <p:nvPr/>
        </p:nvCxnSpPr>
        <p:spPr>
          <a:xfrm>
            <a:off x="342900" y="4864894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9" name="Google Shape;269;p6"/>
          <p:cNvCxnSpPr/>
          <p:nvPr/>
        </p:nvCxnSpPr>
        <p:spPr>
          <a:xfrm>
            <a:off x="350044" y="4443413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0" name="Google Shape;270;p6"/>
          <p:cNvCxnSpPr/>
          <p:nvPr/>
        </p:nvCxnSpPr>
        <p:spPr>
          <a:xfrm>
            <a:off x="8793956" y="4443413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1" name="Google Shape;271;p6"/>
          <p:cNvCxnSpPr/>
          <p:nvPr/>
        </p:nvCxnSpPr>
        <p:spPr>
          <a:xfrm>
            <a:off x="8372475" y="4864894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72" name="Google Shape;272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4400" y="0"/>
            <a:ext cx="4286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6" descr="preencoded.png"/>
          <p:cNvPicPr preferRelativeResize="0"/>
          <p:nvPr/>
        </p:nvPicPr>
        <p:blipFill rotWithShape="1">
          <a:blip r:embed="rId5">
            <a:alphaModFix amt="50000"/>
          </a:blip>
          <a:srcRect/>
          <a:stretch/>
        </p:blipFill>
        <p:spPr>
          <a:xfrm>
            <a:off x="1280071" y="0"/>
            <a:ext cx="285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86738" y="0"/>
            <a:ext cx="4286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6" descr="preencoded.png"/>
          <p:cNvPicPr preferRelativeResize="0"/>
          <p:nvPr/>
        </p:nvPicPr>
        <p:blipFill rotWithShape="1">
          <a:blip r:embed="rId5">
            <a:alphaModFix amt="50000"/>
          </a:blip>
          <a:srcRect/>
          <a:stretch/>
        </p:blipFill>
        <p:spPr>
          <a:xfrm>
            <a:off x="7835354" y="0"/>
            <a:ext cx="285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036219" y="4679156"/>
            <a:ext cx="1071563" cy="250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6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57625" y="4893469"/>
            <a:ext cx="1428750" cy="250031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6"/>
          <p:cNvSpPr/>
          <p:nvPr/>
        </p:nvSpPr>
        <p:spPr>
          <a:xfrm>
            <a:off x="3861197" y="4897041"/>
            <a:ext cx="1421606" cy="242888"/>
          </a:xfrm>
          <a:prstGeom prst="rect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9" name="Google Shape;279;p6" descr="preencoded.png"/>
          <p:cNvPicPr preferRelativeResize="0"/>
          <p:nvPr/>
        </p:nvPicPr>
        <p:blipFill rotWithShape="1">
          <a:blip r:embed="rId8">
            <a:alphaModFix amt="2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6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2" name="Google Shape;282;p6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0" y="4572000"/>
            <a:ext cx="9144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6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28625" y="1071563"/>
            <a:ext cx="828675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6"/>
          <p:cNvSpPr/>
          <p:nvPr/>
        </p:nvSpPr>
        <p:spPr>
          <a:xfrm>
            <a:off x="432197" y="1075134"/>
            <a:ext cx="8279606" cy="3707606"/>
          </a:xfrm>
          <a:prstGeom prst="roundRect">
            <a:avLst>
              <a:gd name="adj" fmla="val 3083"/>
            </a:avLst>
          </a:prstGeom>
          <a:noFill/>
          <a:ln w="9525" cap="flat" cmpd="sng">
            <a:solidFill>
              <a:srgbClr val="3EC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5" name="Google Shape;285;p6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97459" y="1522735"/>
            <a:ext cx="7144" cy="2775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6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255639" y="2003822"/>
            <a:ext cx="7144" cy="2035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6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579242" y="1744749"/>
            <a:ext cx="7144" cy="2405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6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737422" y="1374725"/>
            <a:ext cx="7144" cy="2960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6" descr="preencoded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061025" y="2188778"/>
            <a:ext cx="7144" cy="1850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6" descr="preencoded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7219094" y="1633686"/>
            <a:ext cx="7144" cy="2590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6" descr="preencoded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8129141" y="1818754"/>
            <a:ext cx="7144" cy="222025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6"/>
          <p:cNvSpPr/>
          <p:nvPr/>
        </p:nvSpPr>
        <p:spPr>
          <a:xfrm>
            <a:off x="2255639" y="2854821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6"/>
          <p:cNvSpPr/>
          <p:nvPr/>
        </p:nvSpPr>
        <p:spPr>
          <a:xfrm>
            <a:off x="4737422" y="2373846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6"/>
          <p:cNvSpPr/>
          <p:nvPr/>
        </p:nvSpPr>
        <p:spPr>
          <a:xfrm>
            <a:off x="6061025" y="3002942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6"/>
          <p:cNvSpPr/>
          <p:nvPr/>
        </p:nvSpPr>
        <p:spPr>
          <a:xfrm>
            <a:off x="1097459" y="3372966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6"/>
          <p:cNvSpPr/>
          <p:nvPr/>
        </p:nvSpPr>
        <p:spPr>
          <a:xfrm>
            <a:off x="7219094" y="2558802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6"/>
          <p:cNvSpPr/>
          <p:nvPr/>
        </p:nvSpPr>
        <p:spPr>
          <a:xfrm>
            <a:off x="3579242" y="3113894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9" name="Google Shape;299;p6" descr="preencoded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2595972" y="571500"/>
            <a:ext cx="3952056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6"/>
          <p:cNvSpPr/>
          <p:nvPr/>
        </p:nvSpPr>
        <p:spPr>
          <a:xfrm>
            <a:off x="2599544" y="575072"/>
            <a:ext cx="3944913" cy="450056"/>
          </a:xfrm>
          <a:prstGeom prst="roundRect">
            <a:avLst>
              <a:gd name="adj" fmla="val 16931"/>
            </a:avLst>
          </a:prstGeom>
          <a:noFill/>
          <a:ln w="952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6"/>
          <p:cNvSpPr/>
          <p:nvPr/>
        </p:nvSpPr>
        <p:spPr>
          <a:xfrm>
            <a:off x="3003166" y="678656"/>
            <a:ext cx="3234083" cy="242888"/>
          </a:xfrm>
          <a:prstGeom prst="rect">
            <a:avLst/>
          </a:prstGeom>
          <a:noFill/>
          <a:ln>
            <a:noFill/>
          </a:ln>
          <a:effectLst>
            <a:outerShdw blurRad="114300" dist="50800" dir="16200000" algn="bl" rotWithShape="0">
              <a:srgbClr val="C9A84C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87"/>
              <a:buFont typeface="Arial"/>
              <a:buNone/>
            </a:pPr>
            <a:r>
              <a:rPr lang="en-US" sz="1688" b="1" dirty="0">
                <a:solidFill>
                  <a:srgbClr val="FFFFFF"/>
                </a:solidFill>
                <a:ea typeface="Calibri"/>
              </a:rPr>
              <a:t>UTILITY/SCALABILITY</a:t>
            </a:r>
            <a:endParaRPr sz="1688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6"/>
          <p:cNvSpPr/>
          <p:nvPr/>
        </p:nvSpPr>
        <p:spPr>
          <a:xfrm>
            <a:off x="8712518" y="4840605"/>
            <a:ext cx="120015" cy="120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3" name="Google Shape;303;p6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158462" y="126113"/>
            <a:ext cx="755925" cy="75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6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8325451" y="135564"/>
            <a:ext cx="737003" cy="7370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34</Words>
  <Application>Microsoft Office PowerPoint</Application>
  <PresentationFormat>On-screen Show (16:9)</PresentationFormat>
  <Paragraphs>19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Bookman Old Style</vt:lpstr>
      <vt:lpstr>Quattrocento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srishti.bhatia04@outlook.com</cp:lastModifiedBy>
  <cp:revision>3</cp:revision>
  <dcterms:created xsi:type="dcterms:W3CDTF">2026-07-08T11:23:50Z</dcterms:created>
  <dcterms:modified xsi:type="dcterms:W3CDTF">2026-07-14T17:31:16Z</dcterms:modified>
</cp:coreProperties>
</file>